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DEMO.md: Run review, read the split, read the recommendation, create proposal, approve, show audit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Energy 4.0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Auditable EUR decisions for a renewable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Hackathon proof of concept · synthetic DK1 data · June 2026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[Logo: insert official Nordic Solar logo file]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1C1C1C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C1C1C"/>
                </a:solidFill>
                <a:latin typeface="Aptos"/>
              </a:rPr>
              <a:t>Negative prices cost money nobody sees month to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Engbakke Solar keeps producing while DK1 prices are negative.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Can I trust the number?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Where did my data go?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Can the AI act without 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1C1C1C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C1C1C"/>
                </a:solidFill>
                <a:latin typeface="Aptos"/>
              </a:rPr>
              <a:t>An energy agent that explains, but never calculates or acts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Request → agent picks tools → calculator → explanation → proposal → human approves → audit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Five tools. Approval is not one of them.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Any model behind one gateway. Same numbers with every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The number, the reason, the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Portfolio negative-price exposure: _fill in from G-07_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Fallback 1: offline local page · Fallback 2: screenshots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1C1C1C"/>
                </a:solidFill>
                <a:latin typeface="Aptos"/>
              </a:rPr>
              <a:t>Why you can trust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1C1C1C"/>
                </a:solidFill>
                <a:latin typeface="Aptos"/>
              </a:rPr>
              <a:t>Code owns the number. A person owns the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Every EUR value comes from the calculator; a review without it fails.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Data tools only read.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Approval needs a one-time token, checked in code.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Every tool call, proposal and approval is logged.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Aptos"/>
              </a:rPr>
              <a:t>Works offline on synthetic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200" b="0">
                <a:solidFill>
                  <a:srgbClr val="FFFFFF"/>
                </a:solidFill>
                <a:latin typeface="Aptos"/>
              </a:rPr>
              <a:t>From proof of concept to real portfolio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Real company data through the same read-only tools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A second workflow on the same energy layer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Live market prices with fixture fallback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ptos"/>
              </a:rPr>
              <a:t>More models, same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